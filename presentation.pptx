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0" r:id="rId5"/>
    <p:sldId id="263" r:id="rId6"/>
    <p:sldId id="264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A47CE-9CDB-4DD6-93CA-B099BB6D5259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F4ED43F-38F1-4D21-AA2C-774686374F36}">
      <dgm:prSet/>
      <dgm:spPr/>
      <dgm:t>
        <a:bodyPr/>
        <a:lstStyle/>
        <a:p>
          <a:r>
            <a:rPr lang="en-US" dirty="0" err="1"/>
            <a:t>Курсовая</a:t>
          </a:r>
          <a:r>
            <a:rPr lang="en-US" dirty="0"/>
            <a:t> </a:t>
          </a:r>
          <a:r>
            <a:rPr lang="en-US" dirty="0" err="1"/>
            <a:t>работа</a:t>
          </a:r>
          <a:endParaRPr lang="ru-RU" dirty="0"/>
        </a:p>
        <a:p>
          <a:endParaRPr lang="ru-RU" dirty="0"/>
        </a:p>
        <a:p>
          <a:r>
            <a:rPr lang="ru-RU" dirty="0"/>
            <a:t>Выполнили</a:t>
          </a:r>
          <a:r>
            <a:rPr lang="en-US" dirty="0"/>
            <a:t>:</a:t>
          </a:r>
        </a:p>
      </dgm:t>
    </dgm:pt>
    <dgm:pt modelId="{BDE27BAC-D879-463A-91B7-D7E505136DC6}" type="parTrans" cxnId="{95B9CBED-9524-4200-ADFF-654E23C9F452}">
      <dgm:prSet/>
      <dgm:spPr/>
      <dgm:t>
        <a:bodyPr/>
        <a:lstStyle/>
        <a:p>
          <a:endParaRPr lang="en-US"/>
        </a:p>
      </dgm:t>
    </dgm:pt>
    <dgm:pt modelId="{3C3CA55A-DDC1-498D-8513-4A4FE5D51B10}" type="sibTrans" cxnId="{95B9CBED-9524-4200-ADFF-654E23C9F452}">
      <dgm:prSet/>
      <dgm:spPr/>
      <dgm:t>
        <a:bodyPr/>
        <a:lstStyle/>
        <a:p>
          <a:endParaRPr lang="en-US"/>
        </a:p>
      </dgm:t>
    </dgm:pt>
    <dgm:pt modelId="{25219996-8CB5-4919-AB97-D9BE64571741}">
      <dgm:prSet/>
      <dgm:spPr/>
      <dgm:t>
        <a:bodyPr/>
        <a:lstStyle/>
        <a:p>
          <a:r>
            <a:rPr lang="ru-RU" dirty="0" err="1"/>
            <a:t>Зязин</a:t>
          </a:r>
          <a:r>
            <a:rPr lang="ru-RU" dirty="0"/>
            <a:t> Степан Романович  3 группа </a:t>
          </a:r>
          <a:r>
            <a:rPr lang="ru-RU" dirty="0" err="1"/>
            <a:t>ИСиП</a:t>
          </a:r>
          <a:endParaRPr lang="en-US" dirty="0"/>
        </a:p>
      </dgm:t>
    </dgm:pt>
    <dgm:pt modelId="{4E1FAB91-E693-4246-B98D-830B9C577D80}" type="parTrans" cxnId="{9210B257-E218-43A7-9F83-D855F6F3BEFC}">
      <dgm:prSet/>
      <dgm:spPr/>
      <dgm:t>
        <a:bodyPr/>
        <a:lstStyle/>
        <a:p>
          <a:endParaRPr lang="en-US"/>
        </a:p>
      </dgm:t>
    </dgm:pt>
    <dgm:pt modelId="{CF42F3EB-BC81-48F1-B704-C62B7B08159E}" type="sibTrans" cxnId="{9210B257-E218-43A7-9F83-D855F6F3BEFC}">
      <dgm:prSet/>
      <dgm:spPr/>
      <dgm:t>
        <a:bodyPr/>
        <a:lstStyle/>
        <a:p>
          <a:endParaRPr lang="en-US"/>
        </a:p>
      </dgm:t>
    </dgm:pt>
    <dgm:pt modelId="{E3A0F8A2-73BF-49A1-9262-D3E3BA1D0710}">
      <dgm:prSet/>
      <dgm:spPr/>
      <dgm:t>
        <a:bodyPr/>
        <a:lstStyle/>
        <a:p>
          <a:r>
            <a:rPr lang="ru-RU"/>
            <a:t>Машина Виктория Олеговна 3 группа ИСиП</a:t>
          </a:r>
          <a:endParaRPr lang="en-US"/>
        </a:p>
      </dgm:t>
    </dgm:pt>
    <dgm:pt modelId="{C895866A-1A61-4CA8-9A37-188D399E6BB0}" type="parTrans" cxnId="{31A8377D-0F8C-48FC-BD23-7A863B30020C}">
      <dgm:prSet/>
      <dgm:spPr/>
      <dgm:t>
        <a:bodyPr/>
        <a:lstStyle/>
        <a:p>
          <a:endParaRPr lang="en-US"/>
        </a:p>
      </dgm:t>
    </dgm:pt>
    <dgm:pt modelId="{A19E965A-4B42-44F6-92EF-365479E0AD07}" type="sibTrans" cxnId="{31A8377D-0F8C-48FC-BD23-7A863B30020C}">
      <dgm:prSet/>
      <dgm:spPr/>
      <dgm:t>
        <a:bodyPr/>
        <a:lstStyle/>
        <a:p>
          <a:endParaRPr lang="en-US"/>
        </a:p>
      </dgm:t>
    </dgm:pt>
    <dgm:pt modelId="{173D7E67-9726-4406-85D4-D183DB91B1A3}" type="pres">
      <dgm:prSet presAssocID="{693A47CE-9CDB-4DD6-93CA-B099BB6D5259}" presName="vert0" presStyleCnt="0">
        <dgm:presLayoutVars>
          <dgm:dir/>
          <dgm:animOne val="branch"/>
          <dgm:animLvl val="lvl"/>
        </dgm:presLayoutVars>
      </dgm:prSet>
      <dgm:spPr/>
    </dgm:pt>
    <dgm:pt modelId="{7759E792-137C-44E4-9D8C-935FB7A89DD6}" type="pres">
      <dgm:prSet presAssocID="{6F4ED43F-38F1-4D21-AA2C-774686374F36}" presName="thickLine" presStyleLbl="alignNode1" presStyleIdx="0" presStyleCnt="3"/>
      <dgm:spPr/>
    </dgm:pt>
    <dgm:pt modelId="{55761A41-551C-4C45-9BF6-4A781B821190}" type="pres">
      <dgm:prSet presAssocID="{6F4ED43F-38F1-4D21-AA2C-774686374F36}" presName="horz1" presStyleCnt="0"/>
      <dgm:spPr/>
    </dgm:pt>
    <dgm:pt modelId="{F9673C20-44FA-4E99-9657-DCD57F6D3BB4}" type="pres">
      <dgm:prSet presAssocID="{6F4ED43F-38F1-4D21-AA2C-774686374F36}" presName="tx1" presStyleLbl="revTx" presStyleIdx="0" presStyleCnt="3"/>
      <dgm:spPr/>
    </dgm:pt>
    <dgm:pt modelId="{35C5F847-446F-41AF-9666-6DB8674A5C19}" type="pres">
      <dgm:prSet presAssocID="{6F4ED43F-38F1-4D21-AA2C-774686374F36}" presName="vert1" presStyleCnt="0"/>
      <dgm:spPr/>
    </dgm:pt>
    <dgm:pt modelId="{D1DAD434-609D-42E8-819C-EF89FF8C975F}" type="pres">
      <dgm:prSet presAssocID="{25219996-8CB5-4919-AB97-D9BE64571741}" presName="thickLine" presStyleLbl="alignNode1" presStyleIdx="1" presStyleCnt="3"/>
      <dgm:spPr/>
    </dgm:pt>
    <dgm:pt modelId="{7C76FB2D-F637-43C6-9645-1CFAC988F4C6}" type="pres">
      <dgm:prSet presAssocID="{25219996-8CB5-4919-AB97-D9BE64571741}" presName="horz1" presStyleCnt="0"/>
      <dgm:spPr/>
    </dgm:pt>
    <dgm:pt modelId="{41C69362-2001-4BA5-A6BE-0FAE3E18412D}" type="pres">
      <dgm:prSet presAssocID="{25219996-8CB5-4919-AB97-D9BE64571741}" presName="tx1" presStyleLbl="revTx" presStyleIdx="1" presStyleCnt="3"/>
      <dgm:spPr/>
    </dgm:pt>
    <dgm:pt modelId="{EEA039DB-6532-46A8-B69F-12EBF2884B57}" type="pres">
      <dgm:prSet presAssocID="{25219996-8CB5-4919-AB97-D9BE64571741}" presName="vert1" presStyleCnt="0"/>
      <dgm:spPr/>
    </dgm:pt>
    <dgm:pt modelId="{754890DC-5D3B-4BEB-9295-DCA729E034A9}" type="pres">
      <dgm:prSet presAssocID="{E3A0F8A2-73BF-49A1-9262-D3E3BA1D0710}" presName="thickLine" presStyleLbl="alignNode1" presStyleIdx="2" presStyleCnt="3"/>
      <dgm:spPr/>
    </dgm:pt>
    <dgm:pt modelId="{8ACF46BD-0557-402B-B033-D8EF05ACA64A}" type="pres">
      <dgm:prSet presAssocID="{E3A0F8A2-73BF-49A1-9262-D3E3BA1D0710}" presName="horz1" presStyleCnt="0"/>
      <dgm:spPr/>
    </dgm:pt>
    <dgm:pt modelId="{C2C5451E-6FD4-4FFB-8940-212DE7484838}" type="pres">
      <dgm:prSet presAssocID="{E3A0F8A2-73BF-49A1-9262-D3E3BA1D0710}" presName="tx1" presStyleLbl="revTx" presStyleIdx="2" presStyleCnt="3"/>
      <dgm:spPr/>
    </dgm:pt>
    <dgm:pt modelId="{486F9229-6EF1-46CB-AA88-F670DBD4508B}" type="pres">
      <dgm:prSet presAssocID="{E3A0F8A2-73BF-49A1-9262-D3E3BA1D0710}" presName="vert1" presStyleCnt="0"/>
      <dgm:spPr/>
    </dgm:pt>
  </dgm:ptLst>
  <dgm:cxnLst>
    <dgm:cxn modelId="{8DDBED13-1FCA-4515-A081-5EE12BC48802}" type="presOf" srcId="{6F4ED43F-38F1-4D21-AA2C-774686374F36}" destId="{F9673C20-44FA-4E99-9657-DCD57F6D3BB4}" srcOrd="0" destOrd="0" presId="urn:microsoft.com/office/officeart/2008/layout/LinedList"/>
    <dgm:cxn modelId="{E10B5E61-4D39-4F3C-AE8E-ADE4D656228D}" type="presOf" srcId="{E3A0F8A2-73BF-49A1-9262-D3E3BA1D0710}" destId="{C2C5451E-6FD4-4FFB-8940-212DE7484838}" srcOrd="0" destOrd="0" presId="urn:microsoft.com/office/officeart/2008/layout/LinedList"/>
    <dgm:cxn modelId="{9E553F42-297A-4E55-9880-ECF8B7E214FF}" type="presOf" srcId="{25219996-8CB5-4919-AB97-D9BE64571741}" destId="{41C69362-2001-4BA5-A6BE-0FAE3E18412D}" srcOrd="0" destOrd="0" presId="urn:microsoft.com/office/officeart/2008/layout/LinedList"/>
    <dgm:cxn modelId="{9210B257-E218-43A7-9F83-D855F6F3BEFC}" srcId="{693A47CE-9CDB-4DD6-93CA-B099BB6D5259}" destId="{25219996-8CB5-4919-AB97-D9BE64571741}" srcOrd="1" destOrd="0" parTransId="{4E1FAB91-E693-4246-B98D-830B9C577D80}" sibTransId="{CF42F3EB-BC81-48F1-B704-C62B7B08159E}"/>
    <dgm:cxn modelId="{31A8377D-0F8C-48FC-BD23-7A863B30020C}" srcId="{693A47CE-9CDB-4DD6-93CA-B099BB6D5259}" destId="{E3A0F8A2-73BF-49A1-9262-D3E3BA1D0710}" srcOrd="2" destOrd="0" parTransId="{C895866A-1A61-4CA8-9A37-188D399E6BB0}" sibTransId="{A19E965A-4B42-44F6-92EF-365479E0AD07}"/>
    <dgm:cxn modelId="{504E52DE-A2B3-4CA7-8221-8C8AE734611F}" type="presOf" srcId="{693A47CE-9CDB-4DD6-93CA-B099BB6D5259}" destId="{173D7E67-9726-4406-85D4-D183DB91B1A3}" srcOrd="0" destOrd="0" presId="urn:microsoft.com/office/officeart/2008/layout/LinedList"/>
    <dgm:cxn modelId="{95B9CBED-9524-4200-ADFF-654E23C9F452}" srcId="{693A47CE-9CDB-4DD6-93CA-B099BB6D5259}" destId="{6F4ED43F-38F1-4D21-AA2C-774686374F36}" srcOrd="0" destOrd="0" parTransId="{BDE27BAC-D879-463A-91B7-D7E505136DC6}" sibTransId="{3C3CA55A-DDC1-498D-8513-4A4FE5D51B10}"/>
    <dgm:cxn modelId="{2C794B03-DB68-48EA-88B3-D7EFB8D960DA}" type="presParOf" srcId="{173D7E67-9726-4406-85D4-D183DB91B1A3}" destId="{7759E792-137C-44E4-9D8C-935FB7A89DD6}" srcOrd="0" destOrd="0" presId="urn:microsoft.com/office/officeart/2008/layout/LinedList"/>
    <dgm:cxn modelId="{ED2603C9-D0B6-410C-BC4A-93CC3E1E9D96}" type="presParOf" srcId="{173D7E67-9726-4406-85D4-D183DB91B1A3}" destId="{55761A41-551C-4C45-9BF6-4A781B821190}" srcOrd="1" destOrd="0" presId="urn:microsoft.com/office/officeart/2008/layout/LinedList"/>
    <dgm:cxn modelId="{8C566E96-F183-47B1-805A-B4A2879EB00E}" type="presParOf" srcId="{55761A41-551C-4C45-9BF6-4A781B821190}" destId="{F9673C20-44FA-4E99-9657-DCD57F6D3BB4}" srcOrd="0" destOrd="0" presId="urn:microsoft.com/office/officeart/2008/layout/LinedList"/>
    <dgm:cxn modelId="{4C111AFE-E16E-4988-B0E2-398B18E3A8BC}" type="presParOf" srcId="{55761A41-551C-4C45-9BF6-4A781B821190}" destId="{35C5F847-446F-41AF-9666-6DB8674A5C19}" srcOrd="1" destOrd="0" presId="urn:microsoft.com/office/officeart/2008/layout/LinedList"/>
    <dgm:cxn modelId="{02DD1C95-CD49-4365-B51F-828E39A284EC}" type="presParOf" srcId="{173D7E67-9726-4406-85D4-D183DB91B1A3}" destId="{D1DAD434-609D-42E8-819C-EF89FF8C975F}" srcOrd="2" destOrd="0" presId="urn:microsoft.com/office/officeart/2008/layout/LinedList"/>
    <dgm:cxn modelId="{B15CF8FA-E59A-4482-8DA2-D0634DA056D1}" type="presParOf" srcId="{173D7E67-9726-4406-85D4-D183DB91B1A3}" destId="{7C76FB2D-F637-43C6-9645-1CFAC988F4C6}" srcOrd="3" destOrd="0" presId="urn:microsoft.com/office/officeart/2008/layout/LinedList"/>
    <dgm:cxn modelId="{D23252A1-135E-4CEB-A668-5146F7754387}" type="presParOf" srcId="{7C76FB2D-F637-43C6-9645-1CFAC988F4C6}" destId="{41C69362-2001-4BA5-A6BE-0FAE3E18412D}" srcOrd="0" destOrd="0" presId="urn:microsoft.com/office/officeart/2008/layout/LinedList"/>
    <dgm:cxn modelId="{F6BA27D5-7DF1-4BF6-B191-4B3EA885595C}" type="presParOf" srcId="{7C76FB2D-F637-43C6-9645-1CFAC988F4C6}" destId="{EEA039DB-6532-46A8-B69F-12EBF2884B57}" srcOrd="1" destOrd="0" presId="urn:microsoft.com/office/officeart/2008/layout/LinedList"/>
    <dgm:cxn modelId="{16E653DE-7E13-4050-B7AF-AEE179B9D3F9}" type="presParOf" srcId="{173D7E67-9726-4406-85D4-D183DB91B1A3}" destId="{754890DC-5D3B-4BEB-9295-DCA729E034A9}" srcOrd="4" destOrd="0" presId="urn:microsoft.com/office/officeart/2008/layout/LinedList"/>
    <dgm:cxn modelId="{46AB3EC3-1DF4-4A29-A23D-E658896DBBA2}" type="presParOf" srcId="{173D7E67-9726-4406-85D4-D183DB91B1A3}" destId="{8ACF46BD-0557-402B-B033-D8EF05ACA64A}" srcOrd="5" destOrd="0" presId="urn:microsoft.com/office/officeart/2008/layout/LinedList"/>
    <dgm:cxn modelId="{B4359D7A-E5DF-4778-AF09-E78AEF3BE778}" type="presParOf" srcId="{8ACF46BD-0557-402B-B033-D8EF05ACA64A}" destId="{C2C5451E-6FD4-4FFB-8940-212DE7484838}" srcOrd="0" destOrd="0" presId="urn:microsoft.com/office/officeart/2008/layout/LinedList"/>
    <dgm:cxn modelId="{85239AA9-BCE1-4646-93DE-D9D17BDDC89B}" type="presParOf" srcId="{8ACF46BD-0557-402B-B033-D8EF05ACA64A}" destId="{486F9229-6EF1-46CB-AA88-F670DBD450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A2684F-1434-480F-8A67-163083EEF07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8C44D1D-D857-4E7E-88B2-A6080D9964D4}">
      <dgm:prSet/>
      <dgm:spPr/>
      <dgm:t>
        <a:bodyPr/>
        <a:lstStyle/>
        <a:p>
          <a:pPr>
            <a:defRPr cap="all"/>
          </a:pPr>
          <a:r>
            <a:rPr lang="en-US"/>
            <a:t>Современный интерфейс</a:t>
          </a:r>
        </a:p>
      </dgm:t>
    </dgm:pt>
    <dgm:pt modelId="{42B66A8F-DDB4-4918-8287-3B77DED22A91}" type="parTrans" cxnId="{D1506924-0CA9-4FA0-8A2B-B8B52F6ADA03}">
      <dgm:prSet/>
      <dgm:spPr/>
      <dgm:t>
        <a:bodyPr/>
        <a:lstStyle/>
        <a:p>
          <a:endParaRPr lang="en-US"/>
        </a:p>
      </dgm:t>
    </dgm:pt>
    <dgm:pt modelId="{9AC325EF-A82C-451D-9A8C-A80BD6D764A2}" type="sibTrans" cxnId="{D1506924-0CA9-4FA0-8A2B-B8B52F6ADA03}">
      <dgm:prSet/>
      <dgm:spPr/>
      <dgm:t>
        <a:bodyPr/>
        <a:lstStyle/>
        <a:p>
          <a:endParaRPr lang="en-US"/>
        </a:p>
      </dgm:t>
    </dgm:pt>
    <dgm:pt modelId="{0FFD53B7-9D2E-4E84-A040-06F61AE00743}">
      <dgm:prSet/>
      <dgm:spPr/>
      <dgm:t>
        <a:bodyPr/>
        <a:lstStyle/>
        <a:p>
          <a:pPr>
            <a:defRPr cap="all"/>
          </a:pPr>
          <a:r>
            <a:rPr lang="en-US"/>
            <a:t>Карточки и анимации</a:t>
          </a:r>
        </a:p>
      </dgm:t>
    </dgm:pt>
    <dgm:pt modelId="{DAE99ECB-A3BE-4E54-9FD1-EA2252714A5E}" type="parTrans" cxnId="{244D8D39-DEE7-4CAF-8E13-A88E47A91A19}">
      <dgm:prSet/>
      <dgm:spPr/>
      <dgm:t>
        <a:bodyPr/>
        <a:lstStyle/>
        <a:p>
          <a:endParaRPr lang="en-US"/>
        </a:p>
      </dgm:t>
    </dgm:pt>
    <dgm:pt modelId="{262B2F58-1B70-4A0C-A5A0-5C12A09FFE17}" type="sibTrans" cxnId="{244D8D39-DEE7-4CAF-8E13-A88E47A91A19}">
      <dgm:prSet/>
      <dgm:spPr/>
      <dgm:t>
        <a:bodyPr/>
        <a:lstStyle/>
        <a:p>
          <a:endParaRPr lang="en-US"/>
        </a:p>
      </dgm:t>
    </dgm:pt>
    <dgm:pt modelId="{A9045E1E-10E5-40CB-BC3A-D00FDE42E38F}">
      <dgm:prSet/>
      <dgm:spPr/>
      <dgm:t>
        <a:bodyPr/>
        <a:lstStyle/>
        <a:p>
          <a:pPr>
            <a:defRPr cap="all"/>
          </a:pPr>
          <a:r>
            <a:rPr lang="en-US"/>
            <a:t>Адаптивность под разные устройства</a:t>
          </a:r>
        </a:p>
      </dgm:t>
    </dgm:pt>
    <dgm:pt modelId="{9B8FB004-C2AA-417A-A367-CE1AABCB731F}" type="parTrans" cxnId="{8B444320-64CE-49EA-A928-752EC23AA129}">
      <dgm:prSet/>
      <dgm:spPr/>
      <dgm:t>
        <a:bodyPr/>
        <a:lstStyle/>
        <a:p>
          <a:endParaRPr lang="en-US"/>
        </a:p>
      </dgm:t>
    </dgm:pt>
    <dgm:pt modelId="{F6D60D01-288B-4A2C-B821-DC6C01D632A9}" type="sibTrans" cxnId="{8B444320-64CE-49EA-A928-752EC23AA129}">
      <dgm:prSet/>
      <dgm:spPr/>
      <dgm:t>
        <a:bodyPr/>
        <a:lstStyle/>
        <a:p>
          <a:endParaRPr lang="en-US"/>
        </a:p>
      </dgm:t>
    </dgm:pt>
    <dgm:pt modelId="{F5D063CF-95B3-4D30-BF01-69E7277CE461}" type="pres">
      <dgm:prSet presAssocID="{E3A2684F-1434-480F-8A67-163083EEF075}" presName="root" presStyleCnt="0">
        <dgm:presLayoutVars>
          <dgm:dir/>
          <dgm:resizeHandles val="exact"/>
        </dgm:presLayoutVars>
      </dgm:prSet>
      <dgm:spPr/>
    </dgm:pt>
    <dgm:pt modelId="{8C32A497-2C47-4852-9780-8E605942E1EB}" type="pres">
      <dgm:prSet presAssocID="{F8C44D1D-D857-4E7E-88B2-A6080D9964D4}" presName="compNode" presStyleCnt="0"/>
      <dgm:spPr/>
    </dgm:pt>
    <dgm:pt modelId="{8384C865-8923-4964-8811-F83400C5695C}" type="pres">
      <dgm:prSet presAssocID="{F8C44D1D-D857-4E7E-88B2-A6080D9964D4}" presName="iconBgRect" presStyleLbl="bgShp" presStyleIdx="0" presStyleCnt="3"/>
      <dgm:spPr/>
    </dgm:pt>
    <dgm:pt modelId="{E835DB8C-CC9D-4B5D-A06C-8C7565A07764}" type="pres">
      <dgm:prSet presAssocID="{F8C44D1D-D857-4E7E-88B2-A6080D9964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нитор"/>
        </a:ext>
      </dgm:extLst>
    </dgm:pt>
    <dgm:pt modelId="{C3E84654-B1A2-42C3-8C14-94508A2ECC16}" type="pres">
      <dgm:prSet presAssocID="{F8C44D1D-D857-4E7E-88B2-A6080D9964D4}" presName="spaceRect" presStyleCnt="0"/>
      <dgm:spPr/>
    </dgm:pt>
    <dgm:pt modelId="{4937D6F2-0C45-4096-9B80-2E11473EDC9B}" type="pres">
      <dgm:prSet presAssocID="{F8C44D1D-D857-4E7E-88B2-A6080D9964D4}" presName="textRect" presStyleLbl="revTx" presStyleIdx="0" presStyleCnt="3">
        <dgm:presLayoutVars>
          <dgm:chMax val="1"/>
          <dgm:chPref val="1"/>
        </dgm:presLayoutVars>
      </dgm:prSet>
      <dgm:spPr/>
    </dgm:pt>
    <dgm:pt modelId="{FCBC4053-8356-4C27-811F-89DDF1CCCD40}" type="pres">
      <dgm:prSet presAssocID="{9AC325EF-A82C-451D-9A8C-A80BD6D764A2}" presName="sibTrans" presStyleCnt="0"/>
      <dgm:spPr/>
    </dgm:pt>
    <dgm:pt modelId="{1EBA3823-F8CA-4C81-9AF0-85D58A131FF4}" type="pres">
      <dgm:prSet presAssocID="{0FFD53B7-9D2E-4E84-A040-06F61AE00743}" presName="compNode" presStyleCnt="0"/>
      <dgm:spPr/>
    </dgm:pt>
    <dgm:pt modelId="{7845C3C1-458E-47D4-A11C-83DF4C594627}" type="pres">
      <dgm:prSet presAssocID="{0FFD53B7-9D2E-4E84-A040-06F61AE00743}" presName="iconBgRect" presStyleLbl="bgShp" presStyleIdx="1" presStyleCnt="3"/>
      <dgm:spPr/>
    </dgm:pt>
    <dgm:pt modelId="{D5939B0B-B38E-4818-9CED-C9CB83A4CF8F}" type="pres">
      <dgm:prSet presAssocID="{0FFD53B7-9D2E-4E84-A040-06F61AE007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BDB54BD0-F6E8-4ABE-954F-B129B88EE8BA}" type="pres">
      <dgm:prSet presAssocID="{0FFD53B7-9D2E-4E84-A040-06F61AE00743}" presName="spaceRect" presStyleCnt="0"/>
      <dgm:spPr/>
    </dgm:pt>
    <dgm:pt modelId="{7EE75F06-A0F0-45C8-B84F-CDCDE363CC00}" type="pres">
      <dgm:prSet presAssocID="{0FFD53B7-9D2E-4E84-A040-06F61AE00743}" presName="textRect" presStyleLbl="revTx" presStyleIdx="1" presStyleCnt="3">
        <dgm:presLayoutVars>
          <dgm:chMax val="1"/>
          <dgm:chPref val="1"/>
        </dgm:presLayoutVars>
      </dgm:prSet>
      <dgm:spPr/>
    </dgm:pt>
    <dgm:pt modelId="{837830FA-B526-47E2-8C28-E97E3D2E5F7F}" type="pres">
      <dgm:prSet presAssocID="{262B2F58-1B70-4A0C-A5A0-5C12A09FFE17}" presName="sibTrans" presStyleCnt="0"/>
      <dgm:spPr/>
    </dgm:pt>
    <dgm:pt modelId="{82E33E60-3580-4FF8-AF73-653BC71D7135}" type="pres">
      <dgm:prSet presAssocID="{A9045E1E-10E5-40CB-BC3A-D00FDE42E38F}" presName="compNode" presStyleCnt="0"/>
      <dgm:spPr/>
    </dgm:pt>
    <dgm:pt modelId="{88CF9BF9-D2A0-420B-99B9-1F6C2B917681}" type="pres">
      <dgm:prSet presAssocID="{A9045E1E-10E5-40CB-BC3A-D00FDE42E38F}" presName="iconBgRect" presStyleLbl="bgShp" presStyleIdx="2" presStyleCnt="3"/>
      <dgm:spPr/>
    </dgm:pt>
    <dgm:pt modelId="{3B10B7B2-E6F0-441E-AB22-E1129D7F8871}" type="pres">
      <dgm:prSet presAssocID="{A9045E1E-10E5-40CB-BC3A-D00FDE42E3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ланшет"/>
        </a:ext>
      </dgm:extLst>
    </dgm:pt>
    <dgm:pt modelId="{90C061D8-C5EC-449D-B55B-8DFD6C71F259}" type="pres">
      <dgm:prSet presAssocID="{A9045E1E-10E5-40CB-BC3A-D00FDE42E38F}" presName="spaceRect" presStyleCnt="0"/>
      <dgm:spPr/>
    </dgm:pt>
    <dgm:pt modelId="{BABA30D7-CE97-41B5-9490-3EAC7A8C0498}" type="pres">
      <dgm:prSet presAssocID="{A9045E1E-10E5-40CB-BC3A-D00FDE42E3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809F06-50BE-46D0-B38B-7E62561B188E}" type="presOf" srcId="{F8C44D1D-D857-4E7E-88B2-A6080D9964D4}" destId="{4937D6F2-0C45-4096-9B80-2E11473EDC9B}" srcOrd="0" destOrd="0" presId="urn:microsoft.com/office/officeart/2018/5/layout/IconCircleLabelList"/>
    <dgm:cxn modelId="{8B444320-64CE-49EA-A928-752EC23AA129}" srcId="{E3A2684F-1434-480F-8A67-163083EEF075}" destId="{A9045E1E-10E5-40CB-BC3A-D00FDE42E38F}" srcOrd="2" destOrd="0" parTransId="{9B8FB004-C2AA-417A-A367-CE1AABCB731F}" sibTransId="{F6D60D01-288B-4A2C-B821-DC6C01D632A9}"/>
    <dgm:cxn modelId="{D1506924-0CA9-4FA0-8A2B-B8B52F6ADA03}" srcId="{E3A2684F-1434-480F-8A67-163083EEF075}" destId="{F8C44D1D-D857-4E7E-88B2-A6080D9964D4}" srcOrd="0" destOrd="0" parTransId="{42B66A8F-DDB4-4918-8287-3B77DED22A91}" sibTransId="{9AC325EF-A82C-451D-9A8C-A80BD6D764A2}"/>
    <dgm:cxn modelId="{244D8D39-DEE7-4CAF-8E13-A88E47A91A19}" srcId="{E3A2684F-1434-480F-8A67-163083EEF075}" destId="{0FFD53B7-9D2E-4E84-A040-06F61AE00743}" srcOrd="1" destOrd="0" parTransId="{DAE99ECB-A3BE-4E54-9FD1-EA2252714A5E}" sibTransId="{262B2F58-1B70-4A0C-A5A0-5C12A09FFE17}"/>
    <dgm:cxn modelId="{AF0BAA70-C96B-4CFB-B3D5-19BE65F45150}" type="presOf" srcId="{0FFD53B7-9D2E-4E84-A040-06F61AE00743}" destId="{7EE75F06-A0F0-45C8-B84F-CDCDE363CC00}" srcOrd="0" destOrd="0" presId="urn:microsoft.com/office/officeart/2018/5/layout/IconCircleLabelList"/>
    <dgm:cxn modelId="{EB243085-A682-40EF-AB83-89B1E0E28C82}" type="presOf" srcId="{E3A2684F-1434-480F-8A67-163083EEF075}" destId="{F5D063CF-95B3-4D30-BF01-69E7277CE461}" srcOrd="0" destOrd="0" presId="urn:microsoft.com/office/officeart/2018/5/layout/IconCircleLabelList"/>
    <dgm:cxn modelId="{464FE085-5CA1-4424-BA86-C5EA06BB0903}" type="presOf" srcId="{A9045E1E-10E5-40CB-BC3A-D00FDE42E38F}" destId="{BABA30D7-CE97-41B5-9490-3EAC7A8C0498}" srcOrd="0" destOrd="0" presId="urn:microsoft.com/office/officeart/2018/5/layout/IconCircleLabelList"/>
    <dgm:cxn modelId="{0426AC5C-0BAA-4951-98D6-87B7242BDC4D}" type="presParOf" srcId="{F5D063CF-95B3-4D30-BF01-69E7277CE461}" destId="{8C32A497-2C47-4852-9780-8E605942E1EB}" srcOrd="0" destOrd="0" presId="urn:microsoft.com/office/officeart/2018/5/layout/IconCircleLabelList"/>
    <dgm:cxn modelId="{D59F39DA-9EEB-4B40-9C66-40D99FF0F63B}" type="presParOf" srcId="{8C32A497-2C47-4852-9780-8E605942E1EB}" destId="{8384C865-8923-4964-8811-F83400C5695C}" srcOrd="0" destOrd="0" presId="urn:microsoft.com/office/officeart/2018/5/layout/IconCircleLabelList"/>
    <dgm:cxn modelId="{5867F362-65EF-4184-B45F-FFE1A2371F78}" type="presParOf" srcId="{8C32A497-2C47-4852-9780-8E605942E1EB}" destId="{E835DB8C-CC9D-4B5D-A06C-8C7565A07764}" srcOrd="1" destOrd="0" presId="urn:microsoft.com/office/officeart/2018/5/layout/IconCircleLabelList"/>
    <dgm:cxn modelId="{02CA463A-D9B6-471D-8EB6-4764F0678E1E}" type="presParOf" srcId="{8C32A497-2C47-4852-9780-8E605942E1EB}" destId="{C3E84654-B1A2-42C3-8C14-94508A2ECC16}" srcOrd="2" destOrd="0" presId="urn:microsoft.com/office/officeart/2018/5/layout/IconCircleLabelList"/>
    <dgm:cxn modelId="{31502CE8-700F-47C6-87E0-4D8145402D99}" type="presParOf" srcId="{8C32A497-2C47-4852-9780-8E605942E1EB}" destId="{4937D6F2-0C45-4096-9B80-2E11473EDC9B}" srcOrd="3" destOrd="0" presId="urn:microsoft.com/office/officeart/2018/5/layout/IconCircleLabelList"/>
    <dgm:cxn modelId="{ACD845CE-6D75-444E-B78F-20D93998F7DE}" type="presParOf" srcId="{F5D063CF-95B3-4D30-BF01-69E7277CE461}" destId="{FCBC4053-8356-4C27-811F-89DDF1CCCD40}" srcOrd="1" destOrd="0" presId="urn:microsoft.com/office/officeart/2018/5/layout/IconCircleLabelList"/>
    <dgm:cxn modelId="{B8F58657-33A8-47C8-B757-AC84C881FE9E}" type="presParOf" srcId="{F5D063CF-95B3-4D30-BF01-69E7277CE461}" destId="{1EBA3823-F8CA-4C81-9AF0-85D58A131FF4}" srcOrd="2" destOrd="0" presId="urn:microsoft.com/office/officeart/2018/5/layout/IconCircleLabelList"/>
    <dgm:cxn modelId="{5A3BA26D-078D-4A0B-B4A7-9B823385FADE}" type="presParOf" srcId="{1EBA3823-F8CA-4C81-9AF0-85D58A131FF4}" destId="{7845C3C1-458E-47D4-A11C-83DF4C594627}" srcOrd="0" destOrd="0" presId="urn:microsoft.com/office/officeart/2018/5/layout/IconCircleLabelList"/>
    <dgm:cxn modelId="{3E063A68-CDEB-4FB2-B5BD-DCA768805265}" type="presParOf" srcId="{1EBA3823-F8CA-4C81-9AF0-85D58A131FF4}" destId="{D5939B0B-B38E-4818-9CED-C9CB83A4CF8F}" srcOrd="1" destOrd="0" presId="urn:microsoft.com/office/officeart/2018/5/layout/IconCircleLabelList"/>
    <dgm:cxn modelId="{07F5E308-6307-4E8B-95D3-04A45FAE9B71}" type="presParOf" srcId="{1EBA3823-F8CA-4C81-9AF0-85D58A131FF4}" destId="{BDB54BD0-F6E8-4ABE-954F-B129B88EE8BA}" srcOrd="2" destOrd="0" presId="urn:microsoft.com/office/officeart/2018/5/layout/IconCircleLabelList"/>
    <dgm:cxn modelId="{88D3380A-B9FA-4987-9EFF-7ACCD1804017}" type="presParOf" srcId="{1EBA3823-F8CA-4C81-9AF0-85D58A131FF4}" destId="{7EE75F06-A0F0-45C8-B84F-CDCDE363CC00}" srcOrd="3" destOrd="0" presId="urn:microsoft.com/office/officeart/2018/5/layout/IconCircleLabelList"/>
    <dgm:cxn modelId="{4ECF10AC-2B4D-4CA7-AB23-C25B8C3CEE97}" type="presParOf" srcId="{F5D063CF-95B3-4D30-BF01-69E7277CE461}" destId="{837830FA-B526-47E2-8C28-E97E3D2E5F7F}" srcOrd="3" destOrd="0" presId="urn:microsoft.com/office/officeart/2018/5/layout/IconCircleLabelList"/>
    <dgm:cxn modelId="{0AD6AE3A-59BD-43B2-BEEF-584CED68460A}" type="presParOf" srcId="{F5D063CF-95B3-4D30-BF01-69E7277CE461}" destId="{82E33E60-3580-4FF8-AF73-653BC71D7135}" srcOrd="4" destOrd="0" presId="urn:microsoft.com/office/officeart/2018/5/layout/IconCircleLabelList"/>
    <dgm:cxn modelId="{C2ACA429-8741-4030-B3E1-6C4E3D002EBD}" type="presParOf" srcId="{82E33E60-3580-4FF8-AF73-653BC71D7135}" destId="{88CF9BF9-D2A0-420B-99B9-1F6C2B917681}" srcOrd="0" destOrd="0" presId="urn:microsoft.com/office/officeart/2018/5/layout/IconCircleLabelList"/>
    <dgm:cxn modelId="{2AE1C290-2872-4A01-9909-4BB762C70CCD}" type="presParOf" srcId="{82E33E60-3580-4FF8-AF73-653BC71D7135}" destId="{3B10B7B2-E6F0-441E-AB22-E1129D7F8871}" srcOrd="1" destOrd="0" presId="urn:microsoft.com/office/officeart/2018/5/layout/IconCircleLabelList"/>
    <dgm:cxn modelId="{98C2E916-04D2-4CE4-8516-09CCFAD11007}" type="presParOf" srcId="{82E33E60-3580-4FF8-AF73-653BC71D7135}" destId="{90C061D8-C5EC-449D-B55B-8DFD6C71F259}" srcOrd="2" destOrd="0" presId="urn:microsoft.com/office/officeart/2018/5/layout/IconCircleLabelList"/>
    <dgm:cxn modelId="{B9CD644E-9F9E-45AB-B244-A75F16EE3818}" type="presParOf" srcId="{82E33E60-3580-4FF8-AF73-653BC71D7135}" destId="{BABA30D7-CE97-41B5-9490-3EAC7A8C04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9E792-137C-44E4-9D8C-935FB7A89DD6}">
      <dsp:nvSpPr>
        <dsp:cNvPr id="0" name=""/>
        <dsp:cNvSpPr/>
      </dsp:nvSpPr>
      <dsp:spPr>
        <a:xfrm>
          <a:off x="0" y="2531"/>
          <a:ext cx="4591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73C20-44FA-4E99-9657-DCD57F6D3BB4}">
      <dsp:nvSpPr>
        <dsp:cNvPr id="0" name=""/>
        <dsp:cNvSpPr/>
      </dsp:nvSpPr>
      <dsp:spPr>
        <a:xfrm>
          <a:off x="0" y="2531"/>
          <a:ext cx="4591050" cy="172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Курсовая</a:t>
          </a:r>
          <a:r>
            <a:rPr lang="en-US" sz="2800" kern="1200" dirty="0"/>
            <a:t> </a:t>
          </a:r>
          <a:r>
            <a:rPr lang="en-US" sz="2800" kern="1200" dirty="0" err="1"/>
            <a:t>работа</a:t>
          </a:r>
          <a:endParaRPr lang="ru-RU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Выполнили</a:t>
          </a:r>
          <a:r>
            <a:rPr lang="en-US" sz="2800" kern="1200" dirty="0"/>
            <a:t>:</a:t>
          </a:r>
        </a:p>
      </dsp:txBody>
      <dsp:txXfrm>
        <a:off x="0" y="2531"/>
        <a:ext cx="4591050" cy="1726500"/>
      </dsp:txXfrm>
    </dsp:sp>
    <dsp:sp modelId="{D1DAD434-609D-42E8-819C-EF89FF8C975F}">
      <dsp:nvSpPr>
        <dsp:cNvPr id="0" name=""/>
        <dsp:cNvSpPr/>
      </dsp:nvSpPr>
      <dsp:spPr>
        <a:xfrm>
          <a:off x="0" y="1729032"/>
          <a:ext cx="4591050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69362-2001-4BA5-A6BE-0FAE3E18412D}">
      <dsp:nvSpPr>
        <dsp:cNvPr id="0" name=""/>
        <dsp:cNvSpPr/>
      </dsp:nvSpPr>
      <dsp:spPr>
        <a:xfrm>
          <a:off x="0" y="1729032"/>
          <a:ext cx="4591050" cy="172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 err="1"/>
            <a:t>Зязин</a:t>
          </a:r>
          <a:r>
            <a:rPr lang="ru-RU" sz="2800" kern="1200" dirty="0"/>
            <a:t> Степан Романович  3 группа </a:t>
          </a:r>
          <a:r>
            <a:rPr lang="ru-RU" sz="2800" kern="1200" dirty="0" err="1"/>
            <a:t>ИСиП</a:t>
          </a:r>
          <a:endParaRPr lang="en-US" sz="2800" kern="1200" dirty="0"/>
        </a:p>
      </dsp:txBody>
      <dsp:txXfrm>
        <a:off x="0" y="1729032"/>
        <a:ext cx="4591050" cy="1726500"/>
      </dsp:txXfrm>
    </dsp:sp>
    <dsp:sp modelId="{754890DC-5D3B-4BEB-9295-DCA729E034A9}">
      <dsp:nvSpPr>
        <dsp:cNvPr id="0" name=""/>
        <dsp:cNvSpPr/>
      </dsp:nvSpPr>
      <dsp:spPr>
        <a:xfrm>
          <a:off x="0" y="3455532"/>
          <a:ext cx="459105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5451E-6FD4-4FFB-8940-212DE7484838}">
      <dsp:nvSpPr>
        <dsp:cNvPr id="0" name=""/>
        <dsp:cNvSpPr/>
      </dsp:nvSpPr>
      <dsp:spPr>
        <a:xfrm>
          <a:off x="0" y="3455532"/>
          <a:ext cx="4591050" cy="172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Машина Виктория Олеговна 3 группа ИСиП</a:t>
          </a:r>
          <a:endParaRPr lang="en-US" sz="2800" kern="1200"/>
        </a:p>
      </dsp:txBody>
      <dsp:txXfrm>
        <a:off x="0" y="3455532"/>
        <a:ext cx="4591050" cy="1726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865-8923-4964-8811-F83400C5695C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5DB8C-CC9D-4B5D-A06C-8C7565A0776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7D6F2-0C45-4096-9B80-2E11473EDC9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Современный интерфейс</a:t>
          </a:r>
        </a:p>
      </dsp:txBody>
      <dsp:txXfrm>
        <a:off x="46529" y="2703902"/>
        <a:ext cx="2418750" cy="720000"/>
      </dsp:txXfrm>
    </dsp:sp>
    <dsp:sp modelId="{7845C3C1-458E-47D4-A11C-83DF4C59462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39B0B-B38E-4818-9CED-C9CB83A4CF8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75F06-A0F0-45C8-B84F-CDCDE363CC0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Карточки и анимации</a:t>
          </a:r>
        </a:p>
      </dsp:txBody>
      <dsp:txXfrm>
        <a:off x="2888560" y="2703902"/>
        <a:ext cx="2418750" cy="720000"/>
      </dsp:txXfrm>
    </dsp:sp>
    <dsp:sp modelId="{88CF9BF9-D2A0-420B-99B9-1F6C2B917681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0B7B2-E6F0-441E-AB22-E1129D7F887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A30D7-CE97-41B5-9490-3EAC7A8C049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Адаптивность под разные устройства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00" y="1641752"/>
            <a:ext cx="1991915" cy="4384188"/>
          </a:xfrm>
        </p:spPr>
        <p:txBody>
          <a:bodyPr anchor="t">
            <a:normAutofit/>
          </a:bodyPr>
          <a:lstStyle/>
          <a:p>
            <a:r>
              <a:rPr lang="ru-RU" sz="3500">
                <a:solidFill>
                  <a:schemeClr val="bg1"/>
                </a:solidFill>
              </a:rPr>
              <a:t>Путь к успеху: от студента до магната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714C759-CE80-B401-BA31-C0802AF57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70678"/>
              </p:ext>
            </p:extLst>
          </p:nvPr>
        </p:nvGraphicFramePr>
        <p:xfrm>
          <a:off x="3924300" y="841375"/>
          <a:ext cx="459105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ru-RU"/>
              <a:t>Цель проекта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2100" dirty="0"/>
              <a:t>• Создать интерактивную игру с выбором действий, где каждое решение пользователя влияет на развитие персонажа, его характеристики и конечный результат.</a:t>
            </a:r>
            <a:br>
              <a:rPr lang="ru-RU" sz="2100" dirty="0"/>
            </a:br>
            <a:r>
              <a:rPr lang="ru-RU" sz="2100" dirty="0"/>
              <a:t>• Продемонстрировать работу логики на JavaScript и взаимодействие с интерфейсом.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81984-0B64-069B-860D-DCF39ACE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ru-RU" sz="3100"/>
              <a:t>Процесс разработки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9EB1A4-CAC6-811D-F712-35E5F6CEC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100"/>
              <a:t>— Разработка велась поэтапно</a:t>
            </a:r>
            <a:br>
              <a:rPr lang="ru-RU" sz="2100"/>
            </a:br>
            <a:r>
              <a:rPr lang="ru-RU" sz="2100"/>
              <a:t>— После каждого изменения проводилось тестирование</a:t>
            </a:r>
            <a:br>
              <a:rPr lang="ru-RU" sz="2100"/>
            </a:br>
            <a:r>
              <a:rPr lang="ru-RU" sz="2100"/>
              <a:t>— Использовались инструменты разработчика (DevTools)</a:t>
            </a:r>
            <a:br>
              <a:rPr lang="ru-RU" sz="2100"/>
            </a:br>
            <a:r>
              <a:rPr lang="ru-RU" sz="2100"/>
              <a:t>— Проверялась логика переходов и изменение характеристик</a:t>
            </a:r>
          </a:p>
        </p:txBody>
      </p:sp>
    </p:spTree>
    <p:extLst>
      <p:ext uri="{BB962C8B-B14F-4D97-AF65-F5344CB8AC3E}">
        <p14:creationId xmlns:p14="http://schemas.microsoft.com/office/powerpoint/2010/main" val="100565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ru-RU" sz="6300"/>
              <a:t>Логика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ru-RU" sz="2100"/>
              <a:t>Сцены хранятся в объекте</a:t>
            </a:r>
          </a:p>
          <a:p>
            <a:r>
              <a:rPr lang="ru-RU" sz="2100"/>
              <a:t>Игрок делает выбор</a:t>
            </a:r>
          </a:p>
          <a:p>
            <a:r>
              <a:rPr lang="ru-RU" sz="2100"/>
              <a:t>Меняются характеристики</a:t>
            </a:r>
          </a:p>
          <a:p>
            <a:r>
              <a:rPr lang="ru-RU" sz="2100"/>
              <a:t>Происходит переход к следующей сцене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ru-RU" sz="4200"/>
              <a:t>Финалы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100" dirty="0"/>
              <a:t>Итог игры определяется на основе накопленных характеристик персонажа (деньги, энергия, репутация)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/>
              <a:t> В зависимости от принятых решений игрок может получить разные варианты концовки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100" dirty="0"/>
              <a:t> Это делает игру нелинейной и повышает вариативность прохождения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ru-RU" sz="3500">
                <a:solidFill>
                  <a:srgbClr val="FFFFFF"/>
                </a:solidFill>
              </a:rPr>
              <a:t>Дизайн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44CBB7-EDC7-EE89-B114-78090ECF1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8208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A0E62-A297-0584-9646-DD51C391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ru-RU" sz="350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CCD25-635D-769B-DFC5-5D7F2B41D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1700" dirty="0"/>
              <a:t>• В ходе работы над проектом были освоены навыки разработки интерактивных веб-приложений</a:t>
            </a:r>
            <a:br>
              <a:rPr lang="ru-RU" sz="1700" dirty="0"/>
            </a:br>
            <a:r>
              <a:rPr lang="ru-RU" sz="1700" dirty="0"/>
              <a:t>• Реализована логика взаимодействия пользователя с интерфейсом с помощью JavaScript</a:t>
            </a:r>
            <a:br>
              <a:rPr lang="ru-RU" sz="1700" dirty="0"/>
            </a:br>
            <a:r>
              <a:rPr lang="ru-RU" sz="1700" dirty="0"/>
              <a:t>• Получен опыт командной работы,</a:t>
            </a:r>
          </a:p>
          <a:p>
            <a:pPr marL="0" indent="0">
              <a:buNone/>
            </a:pPr>
            <a:r>
              <a:rPr lang="ru-RU" sz="1700" dirty="0"/>
              <a:t> тестирования и поэтапной разработки проекта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1228CEC6-7FB7-F607-D619-0F3A9863A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6975" y="1880998"/>
            <a:ext cx="3127897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9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190</Words>
  <Application>Microsoft Office PowerPoint</Application>
  <PresentationFormat>Экран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Путь к успеху: от студента до магната</vt:lpstr>
      <vt:lpstr>Цель проекта</vt:lpstr>
      <vt:lpstr>Процесс разработки</vt:lpstr>
      <vt:lpstr>Логика работы</vt:lpstr>
      <vt:lpstr>Финалы</vt:lpstr>
      <vt:lpstr>Дизайн</vt:lpstr>
      <vt:lpstr>Итог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Forzov Forz</cp:lastModifiedBy>
  <cp:revision>20</cp:revision>
  <dcterms:created xsi:type="dcterms:W3CDTF">2013-01-27T09:14:16Z</dcterms:created>
  <dcterms:modified xsi:type="dcterms:W3CDTF">2026-04-22T15:12:27Z</dcterms:modified>
  <cp:category/>
</cp:coreProperties>
</file>